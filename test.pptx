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920240"/>
            <a:ext cx="1645920" cy="7315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D2FF"/>
                </a:solidFill>
                <a:latin typeface="Outfit"/>
              </a:defRPr>
            </a:pPr>
            <a:r>
              <a:t>AI</a:t>
            </a:r>
          </a:p>
          <a:p>
            <a:pPr>
              <a:spcBef>
                <a:spcPts val="1400"/>
              </a:spcBef>
              <a:defRPr sz="1500">
                <a:solidFill>
                  <a:srgbClr val="8DA4B4"/>
                </a:solidFill>
                <a:latin typeface="Outfit"/>
              </a:defRPr>
            </a:pPr>
            <a:r>
              <a:t>AUTONOMOUS SYSTEM EXECUTIVE SUMMARY &amp; ARCHITECTURE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73152" cy="82296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Outfit"/>
              </a:defRPr>
            </a:pPr>
            <a:r>
              <a:t>Slide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C1522"/>
          </a:solidFill>
          <a:ln w="12700"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8DA4B4"/>
                </a:solidFill>
                <a:latin typeface="Outfit"/>
              </a:defRPr>
            </a:pPr>
            <a:r>
              <a:t>•  Point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  <a:latin typeface="Outfit"/>
              </a:defRPr>
            </a:pPr>
            <a:r>
              <a:t>PRESENTATION COMPLETE</a:t>
            </a:r>
          </a:p>
          <a:p>
            <a:pPr algn="ctr">
              <a:spcBef>
                <a:spcPts val="1200"/>
              </a:spcBef>
              <a:defRPr sz="1400">
                <a:solidFill>
                  <a:srgbClr val="00FFCC"/>
                </a:solidFill>
                <a:latin typeface="Outfit"/>
              </a:defRPr>
            </a:pPr>
            <a:r>
              <a:t>GENERATED BY J.A.R.V.I.S. // TOPIC: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